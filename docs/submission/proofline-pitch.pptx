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9fe66e41f624d76" Type="http://schemas.openxmlformats.org/package/2006/relationships/metadata/core-properties" Target="docProps/core.xml"/><Relationship Id="Rca8847c089aa4900" Type="http://schemas.openxmlformats.org/officeDocument/2006/relationships/extended-properties" Target="docProps/app.xml"/><Relationship Id="Rf7c53333cecc4892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9c49cd62c94169"/>
  </p:sldMasterIdLst>
  <p:notesMasterIdLst>
    <p:notesMasterId xmlns:r="http://schemas.openxmlformats.org/officeDocument/2006/relationships" r:id="R3430e5ebd77a4376"/>
  </p:notesMasterIdLst>
  <p:sldIdLst>
    <p:sldId xmlns:r="http://schemas.openxmlformats.org/officeDocument/2006/relationships" id="256" r:id="R0a22777484e047f2"/>
    <p:sldId xmlns:r="http://schemas.openxmlformats.org/officeDocument/2006/relationships" id="257" r:id="R2201e5a8796945af"/>
    <p:sldId xmlns:r="http://schemas.openxmlformats.org/officeDocument/2006/relationships" id="258" r:id="R675ae60e0bf644f8"/>
    <p:sldId xmlns:r="http://schemas.openxmlformats.org/officeDocument/2006/relationships" id="259" r:id="R879c1e9cc9214c4b"/>
    <p:sldId xmlns:r="http://schemas.openxmlformats.org/officeDocument/2006/relationships" id="260" r:id="R0386d84a42114b23"/>
    <p:sldId xmlns:r="http://schemas.openxmlformats.org/officeDocument/2006/relationships" id="261" r:id="Rf986cb4a839d4995"/>
    <p:sldId xmlns:r="http://schemas.openxmlformats.org/officeDocument/2006/relationships" id="262" r:id="Rc67eecb2d160448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386d84a42114b23" Type="http://schemas.openxmlformats.org/officeDocument/2006/relationships/slide" Target="slides/slide5.xml"/><Relationship Id="R0a22777484e047f2" Type="http://schemas.openxmlformats.org/officeDocument/2006/relationships/slide" Target="slides/slide1.xml"/><Relationship Id="R2201e5a8796945af" Type="http://schemas.openxmlformats.org/officeDocument/2006/relationships/slide" Target="slides/slide2.xml"/><Relationship Id="R33bf42e435f047b7" Type="http://schemas.openxmlformats.org/officeDocument/2006/relationships/theme" Target="theme/theme1.xml"/><Relationship Id="R3430e5ebd77a4376" Type="http://schemas.openxmlformats.org/officeDocument/2006/relationships/notesMaster" Target="notesMasters/notesMaster1.xml"/><Relationship Id="R35ec68d94ccd4726" Type="http://schemas.openxmlformats.org/officeDocument/2006/relationships/tableStyles" Target="tableStyles.xml"/><Relationship Id="R675ae60e0bf644f8" Type="http://schemas.openxmlformats.org/officeDocument/2006/relationships/slide" Target="slides/slide3.xml"/><Relationship Id="R879c1e9cc9214c4b" Type="http://schemas.openxmlformats.org/officeDocument/2006/relationships/slide" Target="slides/slide4.xml"/><Relationship Id="Rc67eecb2d1604485" Type="http://schemas.openxmlformats.org/officeDocument/2006/relationships/slide" Target="slides/slide7.xml"/><Relationship Id="Rd0444e6ab7914f34" Type="http://schemas.openxmlformats.org/officeDocument/2006/relationships/presProps" Target="presProps.xml"/><Relationship Id="Rec9c49cd62c94169" Type="http://schemas.openxmlformats.org/officeDocument/2006/relationships/slideMaster" Target="slideMasters/slideMaster1.xml"/><Relationship Id="Rf986cb4a839d4995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a429ceb06883496d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bcb1fbd7a604a70" Type="http://schemas.openxmlformats.org/officeDocument/2006/relationships/notesMaster" Target="../notesMasters/notesMaster1.xml"/><Relationship Id="Rfe872ecae7064ba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4d93557780141e4" Type="http://schemas.openxmlformats.org/officeDocument/2006/relationships/notesMaster" Target="../notesMasters/notesMaster1.xml"/><Relationship Id="R859010fc04514a0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ac4f6920e04c66" Type="http://schemas.openxmlformats.org/officeDocument/2006/relationships/notesMaster" Target="../notesMasters/notesMaster1.xml"/><Relationship Id="R47ff893126584dcf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09ed834ed6d94d0b" Type="http://schemas.openxmlformats.org/officeDocument/2006/relationships/notesMaster" Target="../notesMasters/notesMaster1.xml"/><Relationship Id="R978e67ba693f4c5c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06143bbc6a94bd8" Type="http://schemas.openxmlformats.org/officeDocument/2006/relationships/slide" Target="../slides/slide5.xml"/><Relationship Id="R6758e4d639c74a79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3d36077db6d64305" Type="http://schemas.openxmlformats.org/officeDocument/2006/relationships/slide" Target="../slides/slide6.xml"/><Relationship Id="R7ce724fae42c410e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efbbef54a5548de" Type="http://schemas.openxmlformats.org/officeDocument/2006/relationships/slide" Target="../slides/slide7.xml"/><Relationship Id="Rcf8f0448b6474921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Proofline is a local evidence classifier. It does not claim production readiness or use a live model at runtime. IBM Bob IDE was used as a repository-aware development partner during the build. Source: docs/product-brief.md; IBM Bob Hackathon Guide, pp. 4, https://watsonx-hackathons-2026.s3.us.cloud-object-storage.appdomain.cloud/Lablab-IBM-Bob-hackathon-guide-May-2026.pdf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docs/product-brief.md and docs/architecture.md.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Implementation: src/proofline/model.py, engine.py, report.py and 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Examples are synthetic fixtures: fixtures/local-pass.json, simulated-only.json, hosted-unverified.json.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Implementation: src/proofline/registry.py, runner.py and __main__.py; tests/test_runner.py.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Sponsor requirement: IBM Bob IDE is required and must be a core component; IBM Bob Hackathon Guide, pp. 4, 8, 18–19.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General submission requirements: https://lablab.ai/guide/ai-hackathons. Event dates and deadline: https://lablab.ai/ai-hackathons/ibm-bob-2-hackathon/live.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94a3f0db366745c3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ba019cc329c4ecc" Type="http://schemas.openxmlformats.org/officeDocument/2006/relationships/theme" Target="theme/theme2.xml"/><Relationship Id="R6be5c3522fc347d8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be5c3522fc347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e886855c5534f5b" Type="http://schemas.openxmlformats.org/officeDocument/2006/relationships/notesSlide" Target="../notesSlides/notesSlide1.xml"/><Relationship Id="Rf8889fe405bc467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16658ad47bda4712" Type="http://schemas.openxmlformats.org/officeDocument/2006/relationships/slideLayout" Target="../slideLayouts/slideLayout1.xml"/><Relationship Id="R19916eb7672149a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f4e4ee95b0946db" Type="http://schemas.openxmlformats.org/officeDocument/2006/relationships/slideLayout" Target="../slideLayouts/slideLayout1.xml"/><Relationship Id="Rc4cd7d689939456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a0c4cc6bffe945aa" Type="http://schemas.openxmlformats.org/officeDocument/2006/relationships/slideLayout" Target="../slideLayouts/slideLayout1.xml"/><Relationship Id="Rd101d9f010e5496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5f0cc3f6294742c1" Type="http://schemas.openxmlformats.org/officeDocument/2006/relationships/notesSlide" Target="../notesSlides/notesSlide5.xml"/><Relationship Id="R74a298d69df6487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70f877a2bb84e31" Type="http://schemas.openxmlformats.org/officeDocument/2006/relationships/slideLayout" Target="../slideLayouts/slideLayout1.xml"/><Relationship Id="R5af967e1cf47484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3e63b46fff18473a" Type="http://schemas.openxmlformats.org/officeDocument/2006/relationships/slideLayout" Target="../slideLayouts/slideLayout1.xml"/><Relationship Id="Rab0f39a31e8849ae" Type="http://schemas.openxmlformats.org/officeDocument/2006/relationships/notesSlide" Target="../notesSlides/notesSlide7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126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F07078-F2A4-4152-BFC8-CE54D625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4780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6581"/>
          </a:bodyPr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Proofline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FBC7DE-C3CF-497B-A4A0-56D21D2D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A9D9C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A9D9CB"/>
                </a:solidFill>
                <a:latin typeface="Arial"/>
                <a:ea typeface="Arial"/>
                <a:cs typeface="Arial"/>
              </a:rPr>
              <a:t>Evidence before release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05615C-62A1-46E7-BF1F-B2E26F949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9429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local report that shows what a software change actually proves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590027-D9EB-4284-AB03-FA84F3FA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0">
                <a:solidFill>
                  <a:srgbClr val="C6D3E0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6D3E0"/>
                </a:solidFill>
                <a:latin typeface="Arial"/>
                <a:ea typeface="Arial"/>
                <a:cs typeface="Arial"/>
              </a:rPr>
              <a:t>IBM Bob 2.0 Hackathon · Developer tools</a:t>
            </a:r>
          </a:p>
        </p:txBody>
      </p:sp>
    </p:spTree>
    <p:extLst>
      <p:ext uri="{BB962C8B-B14F-4D97-AF65-F5344CB8AC3E}">
        <p14:creationId xmlns:p14="http://schemas.microsoft.com/office/powerpoint/2010/main" val="130264017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80534-8E56-41DB-834A-1EBF589B8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Release claims need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2C8D6E-0974-48BB-BDB5-D3B41BF0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4E20F0-5099-4ADC-B511-405E341BC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1009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A passing local test answers one question: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E746B-88EF-49A0-A5A7-B5B31210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245E9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45E9B"/>
                </a:solidFill>
                <a:latin typeface="Arial"/>
                <a:ea typeface="Arial"/>
                <a:cs typeface="Arial"/>
              </a:rPr>
              <a:t>Did this check pass in this local environment?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AC144E-4232-4BFE-ABA3-8F28693B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9906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1263D"/>
                </a:solidFill>
                <a:latin typeface="Arial"/>
                <a:ea typeface="Arial"/>
                <a:cs typeface="Arial"/>
              </a:rPr>
              <a:t>It does not prove that a hosted integration works, a provider responded, or production is ready.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A80C3D-A239-4074-B717-31CACE980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529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2ABA96-ACA2-4308-BE02-7745A890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1485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52677B"/>
                </a:solidFill>
                <a:latin typeface="Arial"/>
                <a:ea typeface="Arial"/>
                <a:cs typeface="Arial"/>
              </a:rPr>
              <a:t>The risk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49C68C-011A-4EE3-A4BB-06EE198F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1028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Teams can overstate what their tests and simulations establish.</a:t>
            </a:r>
          </a:p>
        </p:txBody>
      </p:sp>
    </p:spTree>
    <p:extLst>
      <p:ext uri="{BB962C8B-B14F-4D97-AF65-F5344CB8AC3E}">
        <p14:creationId xmlns:p14="http://schemas.microsoft.com/office/powerpoint/2010/main" val="5963731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A0BC09-6041-456B-9C10-74A72FAD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One manifest, an evidence brief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98A01A-0A76-4FDD-9EAA-DCB0054C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24713-C0FC-47BA-846D-B124B9932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4307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2677B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5B0B82-CD23-4797-BD64-F7C1AB70F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809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One bounded evidence manifest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A758EB-A7CF-4866-B686-4106349A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400300"/>
            <a:ext cx="52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364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45E9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45E9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C9CF46-03F9-4745-AD7D-E1053F7D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4307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2677B"/>
                </a:solidFill>
                <a:latin typeface="Arial"/>
                <a:ea typeface="Arial"/>
                <a:cs typeface="Arial"/>
              </a:rPr>
              <a:t>Calculate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8437A0-E534-48B0-A8A4-F0A8EEF3A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266950"/>
            <a:ext cx="2857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Validate evidence and derive each claim status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82722B-2FE3-4D90-8E55-55D12C8F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00300"/>
            <a:ext cx="523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9364"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45E9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45E9B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D1378-B63E-47AE-A331-A7198D86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74307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2677B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EFF725-9F31-4385-A436-BAA374D5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266950"/>
            <a:ext cx="30480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A self-contained JSON, Markdown, or HTML report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A6E828-6841-46D5-AED5-7D40F7BD2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90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420C26-67D5-4762-B9EB-BA1833DDD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1038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The report keeps the evidence class, limitation, and next action beside every claim.</a:t>
            </a:r>
          </a:p>
        </p:txBody>
      </p:sp>
    </p:spTree>
    <p:extLst>
      <p:ext uri="{BB962C8B-B14F-4D97-AF65-F5344CB8AC3E}">
        <p14:creationId xmlns:p14="http://schemas.microsoft.com/office/powerpoint/2010/main" val="6907564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19EC9-E0A2-4970-A2BA-59DA23131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Three outcomes stay distinct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B87AB9-3EED-4C2F-89F3-8DEA0755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D59D64-F383-4758-A9FD-31A4D9B4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87A5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A35A00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A359EE-8C8A-470E-894E-CA8061C7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7335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51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A passing result was declared, not run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23682A-088E-4B61-BE4A-9A0FAC28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228850"/>
            <a:ext cx="800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B"/>
                </a:solidFill>
                <a:latin typeface="Arial"/>
                <a:ea typeface="Arial"/>
                <a:cs typeface="Arial"/>
              </a:rPr>
              <a:t>It stays conditional until the explicit runner observes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446386-0D94-4643-B70E-92DF89A3F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24B02A-9ED2-4CE1-8EC2-9B58F42A7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515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45E9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45E9B"/>
                </a:solidFill>
                <a:latin typeface="Arial"/>
                <a:ea typeface="Arial"/>
                <a:cs typeface="Arial"/>
              </a:rPr>
              <a:t>SIMULATED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E381F-2FE1-4A15-9D42-346F26B97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861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51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Synthetic fixture evidence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769C8-F8EB-4675-8256-71BDF974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581400"/>
            <a:ext cx="800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B"/>
                </a:solidFill>
                <a:latin typeface="Arial"/>
                <a:ea typeface="Arial"/>
                <a:cs typeface="Arial"/>
              </a:rPr>
              <a:t>Simulation does not become live or hosted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3D1E9-FB24-4E59-B3AE-C415E4EB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63A285-AE10-408E-96EB-A076222E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35A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A35A00"/>
                </a:solidFill>
                <a:latin typeface="Arial"/>
                <a:ea typeface="Arial"/>
                <a:cs typeface="Arial"/>
              </a:rPr>
              <a:t>UNVERIFIED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199597-83B1-4D44-ADF8-91828F618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4386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851"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Hosted evidence is missing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918CA3-E43D-4AC1-979A-AF852F51C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933950"/>
            <a:ext cx="800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2677B"/>
                </a:solidFill>
                <a:latin typeface="Arial"/>
                <a:ea typeface="Arial"/>
                <a:cs typeface="Arial"/>
              </a:rPr>
              <a:t>The claim stays unverified until that environment is checked.</a:t>
            </a:r>
          </a:p>
        </p:txBody>
      </p:sp>
    </p:spTree>
    <p:extLst>
      <p:ext uri="{BB962C8B-B14F-4D97-AF65-F5344CB8AC3E}">
        <p14:creationId xmlns:p14="http://schemas.microsoft.com/office/powerpoint/2010/main" val="3315692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5F1E09-D93D-4DDC-B9F4-45164ADBE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Checks run only through a fixed allowlist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0C2E4-53B7-46CF-A77D-9B288037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381FF6-9166-41DF-8700-7D859B05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526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2677B"/>
                </a:solidFill>
                <a:latin typeface="Arial"/>
                <a:ea typeface="Arial"/>
                <a:cs typeface="Arial"/>
              </a:rPr>
              <a:t>Explicit action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9319D-D332-4617-823F-30D611E4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71700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025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A separate run-check command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D95E99-1875-44DA-83D8-0833E2E1E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245E9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245E9B"/>
                </a:solidFill>
                <a:latin typeface="Arial"/>
                <a:ea typeface="Arial"/>
                <a:cs typeface="Arial"/>
              </a:rPr>
              <a:t>Fixed registry ID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2FAE4-F09D-4192-9586-DE389EF87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24250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087A5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A54"/>
                </a:solidFill>
                <a:latin typeface="Arial"/>
                <a:ea typeface="Arial"/>
                <a:cs typeface="Arial"/>
              </a:rPr>
              <a:t>Known local operation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895BA4-CB35-4322-A097-8AEF42D7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52600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2677B"/>
                </a:solidFill>
                <a:latin typeface="Arial"/>
                <a:ea typeface="Arial"/>
                <a:cs typeface="Arial"/>
              </a:rPr>
              <a:t>Not automatic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C2C4F0-3F0A-474C-8103-5B45F387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17170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Report generation does not execute checks.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F17EC-A716-47FA-ABDA-A128950A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162300"/>
            <a:ext cx="4667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1263D"/>
                </a:solidFill>
                <a:latin typeface="Arial"/>
                <a:ea typeface="Arial"/>
                <a:cs typeface="Arial"/>
              </a:rPr>
              <a:t>Unknown IDs are blocked. The demo calls no external AI provider.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84A5C6-6261-49BC-910C-3E98AD00F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815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970CD-DE5E-47CF-83E8-9E0CA9AA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19675"/>
            <a:ext cx="10191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Local checks are bounded; their captured output is not included in the report.</a:t>
            </a:r>
          </a:p>
        </p:txBody>
      </p:sp>
    </p:spTree>
    <p:extLst>
      <p:ext uri="{BB962C8B-B14F-4D97-AF65-F5344CB8AC3E}">
        <p14:creationId xmlns:p14="http://schemas.microsoft.com/office/powerpoint/2010/main" val="2534180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D1DB6E-DA59-445A-ACD9-918216324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Built with IBM Bob IDE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3DE52-BD09-4FB8-89FF-693FF836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CB785-EE3D-4AA3-B0D4-556D82B7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145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45E9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45E9B"/>
                </a:solidFill>
                <a:latin typeface="Arial"/>
                <a:ea typeface="Arial"/>
                <a:cs typeface="Arial"/>
              </a:rPr>
              <a:t>Bob 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B68E33-E252-4721-B1FA-6EAFDE75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95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Repository-aware development partner used during the build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99C647-8DC9-4454-AAD7-B9343C9EF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714500"/>
            <a:ext cx="266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A5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A54"/>
                </a:solidFill>
                <a:latin typeface="Arial"/>
                <a:ea typeface="Arial"/>
                <a:cs typeface="Arial"/>
              </a:rPr>
              <a:t>Proofline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72B928-911E-43C7-BAAB-19B6902FA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90750"/>
            <a:ext cx="4953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372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Deterministic evidence classification and bounded local checks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6FCD55-F8A3-4C3D-AE11-C4F90AA6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B08084-3790-41DB-B51D-89CDB5A6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4667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106 local tests passed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5BF251-25D2-427D-B4D2-09B2A847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723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2677B"/>
                </a:solidFill>
                <a:latin typeface="Arial"/>
                <a:ea typeface="Arial"/>
                <a:cs typeface="Arial"/>
              </a:rPr>
              <a:t>All three synthetic states reviewed in a local browser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90F714-95B0-47F1-88BF-E1DB7A91C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95950"/>
            <a:ext cx="1028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A35A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A35A00"/>
                </a:solidFill>
                <a:latin typeface="Arial"/>
                <a:ea typeface="Arial"/>
                <a:cs typeface="Arial"/>
              </a:rPr>
              <a:t>Redacted Bob history and summary screenshot are included in the repository.</a:t>
            </a:r>
          </a:p>
        </p:txBody>
      </p:sp>
    </p:spTree>
    <p:extLst>
      <p:ext uri="{BB962C8B-B14F-4D97-AF65-F5344CB8AC3E}">
        <p14:creationId xmlns:p14="http://schemas.microsoft.com/office/powerpoint/2010/main" val="20155163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9BA7ED-390A-4F5E-9484-E0CE0C590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37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What remains to prove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A63270-1AEF-47D9-8593-D426A831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AC213-D519-44DB-9D13-0259EA6A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4286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87A54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87A54"/>
                </a:solidFill>
                <a:latin typeface="Arial"/>
                <a:ea typeface="Arial"/>
                <a:cs typeface="Arial"/>
              </a:rPr>
              <a:t>Verified locally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60D52B-630C-4C78-ABE9-E4D8C6F4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4476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Manifest validation, 106-test verification, safe reports, and an allowlisted local check.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E3E11-EE01-4394-AFEA-975896D2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62125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35A00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A35A00"/>
                </a:solidFill>
                <a:latin typeface="Arial"/>
                <a:ea typeface="Arial"/>
                <a:cs typeface="Arial"/>
              </a:rPr>
              <a:t>Observed in the hosted demo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3D2E63-9E8B-4F5C-963A-C5F148423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66950"/>
            <a:ext cx="4762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A live synthetic case remained conditional; no commands ran.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8D0308-3201-448E-BC29-581F087B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433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solidFill>
              <a:srgbClr val="D8E0E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359CAC-4A14-47F3-BAC1-FD0BA683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2000"/>
            <a:ext cx="1038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635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263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263D"/>
                </a:solidFill>
                <a:latin typeface="Arial"/>
                <a:ea typeface="Arial"/>
                <a:cs typeface="Arial"/>
              </a:rPr>
              <a:t>Still unverified: providers, private-data protections, and production readiness.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C6F5C4-15DF-4475-9DBD-AF7D9BA4E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05425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2677B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2677B"/>
                </a:solidFill>
                <a:latin typeface="Arial"/>
                <a:ea typeface="Arial"/>
                <a:cs typeface="Arial"/>
              </a:rPr>
              <a:t>Live demo: https://proofline-ibm-g27i974jq-shaurya-s-projects11.vercel.app</a:t>
            </a:r>
          </a:p>
        </p:txBody>
      </p:sp>
    </p:spTree>
    <p:extLst>
      <p:ext uri="{BB962C8B-B14F-4D97-AF65-F5344CB8AC3E}">
        <p14:creationId xmlns:p14="http://schemas.microsoft.com/office/powerpoint/2010/main" val="7990179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2026-09-26T13:04:01.1610000Z</dcterms:created>
  <dcterms:modified xsi:type="dcterms:W3CDTF">2026-09-26T13:04:01.1610000Z</dcterms:modified>
</coreProperties>
</file>