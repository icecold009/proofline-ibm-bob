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fe66e41f624d76" /><Relationship Type="http://schemas.openxmlformats.org/officeDocument/2006/relationships/extended-properties" Target="/docProps/app.xml" Id="Rca8847c089aa4900" /><Relationship Type="http://schemas.openxmlformats.org/officeDocument/2006/relationships/officeDocument" Target="/ppt/presentation.xml" Id="Rf7c53333cecc48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9c49cd62c94169"/>
  </p:sldMasterIdLst>
  <p:notesMasterIdLst>
    <p:notesMasterId xmlns:r="http://schemas.openxmlformats.org/officeDocument/2006/relationships" r:id="R3430e5ebd77a4376"/>
  </p:notesMasterIdLst>
  <p:sldIdLst>
    <p:sldId xmlns:r="http://schemas.openxmlformats.org/officeDocument/2006/relationships" id="256" r:id="R0a22777484e047f2"/>
    <p:sldId xmlns:r="http://schemas.openxmlformats.org/officeDocument/2006/relationships" id="257" r:id="R2201e5a8796945af"/>
    <p:sldId xmlns:r="http://schemas.openxmlformats.org/officeDocument/2006/relationships" id="258" r:id="R675ae60e0bf644f8"/>
    <p:sldId xmlns:r="http://schemas.openxmlformats.org/officeDocument/2006/relationships" id="259" r:id="R879c1e9cc9214c4b"/>
    <p:sldId xmlns:r="http://schemas.openxmlformats.org/officeDocument/2006/relationships" id="260" r:id="R0386d84a42114b23"/>
    <p:sldId xmlns:r="http://schemas.openxmlformats.org/officeDocument/2006/relationships" id="261" r:id="Rf986cb4a839d4995"/>
    <p:sldId xmlns:r="http://schemas.openxmlformats.org/officeDocument/2006/relationships" id="262" r:id="Rc67eecb2d16044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bf42e435f047b7" /><Relationship Type="http://schemas.openxmlformats.org/officeDocument/2006/relationships/slideMaster" Target="/ppt/slideMasters/slideMaster1.xml" Id="Rec9c49cd62c94169" /><Relationship Type="http://schemas.openxmlformats.org/officeDocument/2006/relationships/notesMaster" Target="/ppt/notesMasters/notesMaster1.xml" Id="R3430e5ebd77a4376" /><Relationship Type="http://schemas.openxmlformats.org/officeDocument/2006/relationships/presProps" Target="/ppt/presProps.xml" Id="Rd0444e6ab7914f34" /><Relationship Type="http://schemas.openxmlformats.org/officeDocument/2006/relationships/tableStyles" Target="/ppt/tableStyles.xml" Id="R35ec68d94ccd4726" /><Relationship Type="http://schemas.openxmlformats.org/officeDocument/2006/relationships/slide" Target="/ppt/slides/slide1.xml" Id="R0a22777484e047f2" /><Relationship Type="http://schemas.openxmlformats.org/officeDocument/2006/relationships/slide" Target="/ppt/slides/slide2.xml" Id="R2201e5a8796945af" /><Relationship Type="http://schemas.openxmlformats.org/officeDocument/2006/relationships/slide" Target="/ppt/slides/slide3.xml" Id="R675ae60e0bf644f8" /><Relationship Type="http://schemas.openxmlformats.org/officeDocument/2006/relationships/slide" Target="/ppt/slides/slide4.xml" Id="R879c1e9cc9214c4b" /><Relationship Type="http://schemas.openxmlformats.org/officeDocument/2006/relationships/slide" Target="/ppt/slides/slide5.xml" Id="R0386d84a42114b23" /><Relationship Type="http://schemas.openxmlformats.org/officeDocument/2006/relationships/slide" Target="/ppt/slides/slide6.xml" Id="Rf986cb4a839d4995" /><Relationship Type="http://schemas.openxmlformats.org/officeDocument/2006/relationships/slide" Target="/ppt/slides/slide7.xml" Id="Rc67eecb2d16044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29ceb0688349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872ecae7064ba2" /><Relationship Type="http://schemas.openxmlformats.org/officeDocument/2006/relationships/notesMaster" Target="/ppt/notesMasters/notesMaster1.xml" Id="R7bcb1fbd7a604a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9010fc04514a0c" /><Relationship Type="http://schemas.openxmlformats.org/officeDocument/2006/relationships/notesMaster" Target="/ppt/notesMasters/notesMaster1.xml" Id="R34d93557780141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ff893126584dcf" /><Relationship Type="http://schemas.openxmlformats.org/officeDocument/2006/relationships/notesMaster" Target="/ppt/notesMasters/notesMaster1.xml" Id="R2fac4f6920e04c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8e67ba693f4c5c" /><Relationship Type="http://schemas.openxmlformats.org/officeDocument/2006/relationships/notesMaster" Target="/ppt/notesMasters/notesMaster1.xml" Id="R09ed834ed6d94d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6143bbc6a94bd8" /><Relationship Type="http://schemas.openxmlformats.org/officeDocument/2006/relationships/notesMaster" Target="/ppt/notesMasters/notesMaster1.xml" Id="R6758e4d639c74a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36077db6d64305" /><Relationship Type="http://schemas.openxmlformats.org/officeDocument/2006/relationships/notesMaster" Target="/ppt/notesMasters/notesMaster1.xml" Id="R7ce724fae42c41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fbbef54a5548de" /><Relationship Type="http://schemas.openxmlformats.org/officeDocument/2006/relationships/notesMaster" Target="/ppt/notesMasters/notesMaster1.xml" Id="Rcf8f0448b647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Proofline is a local evidence classifier. It does not claim production readiness or use a live model at runtime. IBM Bob IDE was used as a repository-aware development partner during the build. Source: docs/product-brief.md; IBM Bob Hackathon Guide, pp. 4, https://watsonx-hackathons-2026.s3.us.cloud-object-storage.appdomain.cloud/Lablab-IBM-Bob-hackathon-guide-May-2026.pdf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docs/product-brief.md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src/proofline/model.py, engine.py, report.py and __main__.py.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 are synthetic fixtures: fixtures/local-pass.json, simulated-only.json, hosted-unverified.json.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src/proofline/registry.py, runner.py and __main__.py; tests/test_runner.py.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Sponsor requirement: IBM Bob IDE is required and must be a core component; IBM Bob Hackathon Guide, pp. 4, 8, 18–19.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submission requirements: https://lablab.ai/guide/ai-hackathons. Event dates and deadline: https://lablab.ai/ai-hackathons/ibm-bob-2-hackathon/live.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3f0db366745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a019cc329c4ecc" /><Relationship Type="http://schemas.openxmlformats.org/officeDocument/2006/relationships/slideLayout" Target="/ppt/slideLayouts/slideLayout1.xml" Id="R6be5c3522fc347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e5c3522fc347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89fe405bc467f" /><Relationship Type="http://schemas.openxmlformats.org/officeDocument/2006/relationships/notesSlide" Target="/ppt/notesSlides/notesSlide1.xml" Id="R2e886855c553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58ad47bda4712" /><Relationship Type="http://schemas.openxmlformats.org/officeDocument/2006/relationships/notesSlide" Target="/ppt/notesSlides/notesSlide2.xml" Id="R19916eb7672149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e4ee95b0946db" /><Relationship Type="http://schemas.openxmlformats.org/officeDocument/2006/relationships/notesSlide" Target="/ppt/notesSlides/notesSlide3.xml" Id="Rc4cd7d68993945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4cc6bffe945aa" /><Relationship Type="http://schemas.openxmlformats.org/officeDocument/2006/relationships/notesSlide" Target="/ppt/notesSlides/notesSlide4.xml" Id="Rd101d9f010e5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298d69df6487a" /><Relationship Type="http://schemas.openxmlformats.org/officeDocument/2006/relationships/notesSlide" Target="/ppt/notesSlides/notesSlide5.xml" Id="R5f0cc3f6294742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f877a2bb84e31" /><Relationship Type="http://schemas.openxmlformats.org/officeDocument/2006/relationships/notesSlide" Target="/ppt/notesSlides/notesSlide6.xml" Id="R5af967e1cf4748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3b46fff18473a" /><Relationship Type="http://schemas.openxmlformats.org/officeDocument/2006/relationships/notesSlide" Target="/ppt/notesSlides/notesSlide7.xml" Id="Rab0f39a31e8849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07078-F2A4-4152-BFC8-CE54D62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BC7DE-C3CF-497B-A4A0-56D21D2D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9D9C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9D9CB"/>
                </a:solidFill>
                <a:latin typeface="Arial"/>
                <a:ea typeface="Arial"/>
                <a:cs typeface="Arial"/>
              </a:rPr>
              <a:t>Evidence before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5615C-62A1-46E7-BF1F-B2E26F94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942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report that shows what a software change actually proves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90027-D9EB-4284-AB03-FA84F3FA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6D3E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6D3E0"/>
                </a:solidFill>
                <a:latin typeface="Arial"/>
                <a:ea typeface="Arial"/>
                <a:cs typeface="Arial"/>
              </a:rPr>
              <a:t>IBM Bob 2.0 Hackathon · Developer tools</a:t>
            </a:r>
          </a:p>
        </p:txBody>
      </p:sp>
    </p:spTree>
    <p:extLst>
      <p:ext uri="{BB962C8B-B14F-4D97-AF65-F5344CB8AC3E}">
        <p14:creationId xmlns:p14="http://schemas.microsoft.com/office/powerpoint/2010/main" val="1302640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80534-8E56-41DB-834A-1EBF589B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Release claims need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C8D6E-0974-48BB-BDB5-D3B41BF0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E20F0-5099-4ADC-B511-405E341B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A passing local test answers one question: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E746B-88EF-49A0-A5A7-B5B31210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E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E9B"/>
                </a:solidFill>
                <a:latin typeface="Arial"/>
                <a:ea typeface="Arial"/>
                <a:cs typeface="Arial"/>
              </a:rPr>
              <a:t>Did this check pass in this local environment?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C144E-4232-4BFE-ABA3-8F28693B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63D"/>
                </a:solidFill>
                <a:latin typeface="Arial"/>
                <a:ea typeface="Arial"/>
                <a:cs typeface="Arial"/>
              </a:rPr>
              <a:t>It does not prove that a hosted integration works, a provider responded, or production is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80C3D-A239-4074-B717-31CACE98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ABA96-ACA2-4308-BE02-7745A89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77B"/>
                </a:solidFill>
                <a:latin typeface="Arial"/>
                <a:ea typeface="Arial"/>
                <a:cs typeface="Arial"/>
              </a:rPr>
              <a:t>The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9C68C-011A-4EE3-A4BB-06EE198F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Teams can overstate what their tests and simulations establish.</a:t>
            </a:r>
          </a:p>
        </p:txBody>
      </p:sp>
    </p:spTree>
    <p:extLst>
      <p:ext uri="{BB962C8B-B14F-4D97-AF65-F5344CB8AC3E}">
        <p14:creationId xmlns:p14="http://schemas.microsoft.com/office/powerpoint/2010/main" val="596373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0BC09-6041-456B-9C10-74A72FAD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One manifest, an evidence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8A01A-0A76-4FDD-9EAA-DCB0054C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24713-C0FC-47BA-846D-B124B993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77B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B0B82-CD23-4797-BD64-F7C1AB70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80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One bounded evidence manifest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758EB-A7CF-4866-B686-4106349A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64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5E9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5E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9CF46-03F9-4745-AD7D-E1053F7D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430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77B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437A0-E534-48B0-A8A4-F0A8EEF3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Validate evidence and derive each claim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2722B-2FE3-4D90-8E55-55D12C8F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64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5E9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5E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D1378-B63E-47AE-A331-A7198D86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430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77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FF725-9F31-4385-A436-BAA374D5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A self-contained JSON, Markdown, or HTML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6E828-6841-46D5-AED5-7D40F7BD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20C26-67D5-4762-B9EB-BA1833DD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The report keeps the evidence class, limitation, and next action beside every claim.</a:t>
            </a:r>
          </a:p>
        </p:txBody>
      </p:sp>
    </p:spTree>
    <p:extLst>
      <p:ext uri="{BB962C8B-B14F-4D97-AF65-F5344CB8AC3E}">
        <p14:creationId xmlns:p14="http://schemas.microsoft.com/office/powerpoint/2010/main" val="690756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19EC9-E0A2-4970-A2BA-59DA2313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Three outcomes stay distinct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87AB9-3EED-4C2F-89F3-8DEA0755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59D64-F383-4758-A9FD-31A4D9B4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A54"/>
                </a:solidFill>
                <a:latin typeface="Arial"/>
                <a:ea typeface="Arial"/>
                <a:cs typeface="Arial"/>
              </a:rPr>
              <a:t>PROVEN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359EE-8C8A-470E-894E-CA8061C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33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Local contract check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3682A-088E-4B61-BE4A-9A0FAC28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2885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B"/>
                </a:solidFill>
                <a:latin typeface="Arial"/>
                <a:ea typeface="Arial"/>
                <a:cs typeface="Arial"/>
              </a:rPr>
              <a:t>Proven only in the local evidence class.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46386-0D94-4643-B70E-92DF89A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4B02A-9ED2-4CE1-8EC2-9B58F42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E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5E9B"/>
                </a:solidFill>
                <a:latin typeface="Arial"/>
                <a:ea typeface="Arial"/>
                <a:cs typeface="Arial"/>
              </a:rPr>
              <a:t>SIMULATED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E381F-2FE1-4A15-9D42-346F26B9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Fixture telemetry supplied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769C8-F8EB-4675-8256-71BDF974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8140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B"/>
                </a:solidFill>
                <a:latin typeface="Arial"/>
                <a:ea typeface="Arial"/>
                <a:cs typeface="Arial"/>
              </a:rPr>
              <a:t>Simulation does not become live or hosted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3D1E9-FB24-4E59-B3AE-C415E4EB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3A285-AE10-408E-96EB-A076222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UNVERIFIED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99597-83B1-4D44-ADF8-91828F61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386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Hosted evidence is missing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18CA3-E43D-4AC1-979A-AF852F51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3395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B"/>
                </a:solidFill>
                <a:latin typeface="Arial"/>
                <a:ea typeface="Arial"/>
                <a:cs typeface="Arial"/>
              </a:rPr>
              <a:t>The claim stays unverified until that environment is checked.</a:t>
            </a:r>
          </a:p>
        </p:txBody>
      </p:sp>
    </p:spTree>
    <p:extLst>
      <p:ext uri="{BB962C8B-B14F-4D97-AF65-F5344CB8AC3E}">
        <p14:creationId xmlns:p14="http://schemas.microsoft.com/office/powerpoint/2010/main" val="331569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F1E09-D93D-4DDC-B9F4-45164ADB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Checks run only through a fixed allowlist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0C2E4-53B7-46CF-A77D-9B288037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81FF6-9166-41DF-8700-7D859B05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77B"/>
                </a:solidFill>
                <a:latin typeface="Arial"/>
                <a:ea typeface="Arial"/>
                <a:cs typeface="Arial"/>
              </a:rPr>
              <a:t>Explicit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9319D-D332-4617-823F-30D611E4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5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A separate run-check command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95E99-1875-44DA-83D8-0833E2E1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5E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5E9B"/>
                </a:solidFill>
                <a:latin typeface="Arial"/>
                <a:ea typeface="Arial"/>
                <a:cs typeface="Arial"/>
              </a:rPr>
              <a:t>Fixed registry 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2FAE4-F09D-4192-9586-DE389EF8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A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A54"/>
                </a:solidFill>
                <a:latin typeface="Arial"/>
                <a:ea typeface="Arial"/>
                <a:cs typeface="Arial"/>
              </a:rPr>
              <a:t>Known local operation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95BA4-CB35-4322-A097-8AEF42D7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77B"/>
                </a:solidFill>
                <a:latin typeface="Arial"/>
                <a:ea typeface="Arial"/>
                <a:cs typeface="Arial"/>
              </a:rPr>
              <a:t>Not automatic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2C4F0-3F0A-474C-8103-5B45F387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Report generation does not execute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F17EC-A716-47FA-ABDA-A128950A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263D"/>
                </a:solidFill>
                <a:latin typeface="Arial"/>
                <a:ea typeface="Arial"/>
                <a:cs typeface="Arial"/>
              </a:rPr>
              <a:t>Unknown IDs are blocked. There is no network or provider call in the demo.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4A5C6-6261-49BC-910C-3E98AD00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970CD-DE5E-47CF-83E8-9E0CA9AA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Local checks are bounded; their captured output is not included in the report.</a:t>
            </a:r>
          </a:p>
        </p:txBody>
      </p:sp>
    </p:spTree>
    <p:extLst>
      <p:ext uri="{BB962C8B-B14F-4D97-AF65-F5344CB8AC3E}">
        <p14:creationId xmlns:p14="http://schemas.microsoft.com/office/powerpoint/2010/main" val="253418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1DB6E-DA59-445A-ACD9-91821632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Built with IBM Bob 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3DE52-BD09-4FB8-89FF-693FF836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CB785-EE3D-4AA3-B0D4-556D82B7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E9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5E9B"/>
                </a:solidFill>
                <a:latin typeface="Arial"/>
                <a:ea typeface="Arial"/>
                <a:cs typeface="Arial"/>
              </a:rPr>
              <a:t>Bob 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68E33-E252-4721-B1FA-6EAFDE75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Repository-aware development partner used during the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9C647-8DC9-4454-AAD7-B9343C9E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A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A54"/>
                </a:solidFill>
                <a:latin typeface="Arial"/>
                <a:ea typeface="Arial"/>
                <a:cs typeface="Arial"/>
              </a:rPr>
              <a:t>Proofline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2B928-911E-43C7-BAAB-19B6902F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37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Deterministic evidence classification and bounded local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FCD55-F8A3-4C3D-AE11-C4F90AA6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08084-3790-41DB-B51D-89CDB5A6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100 local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BF251-25D2-427D-B4D2-09B2A847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B"/>
                </a:solidFill>
                <a:latin typeface="Arial"/>
                <a:ea typeface="Arial"/>
                <a:cs typeface="Arial"/>
              </a:rPr>
              <a:t>HTML report reviewed by the user in a 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0F714-95B0-47F1-88BF-E1DB7A91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Bob task-session exports must accompany the public submission.</a:t>
            </a:r>
          </a:p>
        </p:txBody>
      </p:sp>
    </p:spTree>
    <p:extLst>
      <p:ext uri="{BB962C8B-B14F-4D97-AF65-F5344CB8AC3E}">
        <p14:creationId xmlns:p14="http://schemas.microsoft.com/office/powerpoint/2010/main" val="20155163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BA7ED-390A-4F5E-9484-E0CE0C59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What remains to 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63270-1AEF-47D9-8593-D426A831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AC213-D519-44DB-9D13-0259EA6A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A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A54"/>
                </a:solidFill>
                <a:latin typeface="Arial"/>
                <a:ea typeface="Arial"/>
                <a:cs typeface="Arial"/>
              </a:rPr>
              <a:t>Proved locally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0D52B-630C-4C78-ABE9-E4D8C6F4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Manifest validation, status calculation, safe report rendering, and the registered local check.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E3E11-EE01-4394-AFEA-975896D2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621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Still needs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D2E63-9E8B-4F5C-963A-C5F14842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Public demo access, hosted behavior, provider behavior, and any production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D0308-3201-448E-BC29-581F087B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59CAC-4A14-47F3-BAC1-FD0BA683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35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Submission needs a live prototype, public repository, video, and PDF deck.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6F5C4-15DF-4475-9DBD-AF7D9BA4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B"/>
                </a:solidFill>
                <a:latin typeface="Arial"/>
                <a:ea typeface="Arial"/>
                <a:cs typeface="Arial"/>
              </a:rPr>
              <a:t>No hosted URL, Bob export, or submission is claimed here.</a:t>
            </a:r>
          </a:p>
        </p:txBody>
      </p:sp>
    </p:spTree>
    <p:extLst>
      <p:ext uri="{BB962C8B-B14F-4D97-AF65-F5344CB8AC3E}">
        <p14:creationId xmlns:p14="http://schemas.microsoft.com/office/powerpoint/2010/main" val="799017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2026-09-26T13:04:01.1610000Z</dcterms:created>
  <dcterms:modified xsi:type="dcterms:W3CDTF">2026-09-26T13:04:01.1610000Z</dcterms:modified>
</coreProperties>
</file>